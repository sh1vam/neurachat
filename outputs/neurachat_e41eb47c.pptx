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usage of 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5C7CFA"/>
                </a:solidFill>
              </a:rPr>
              <a:t>Introduction to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8D2E6"/>
                </a:solidFill>
              </a:rPr>
              <a:t>Generated by NeuraChat Ultra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What is Reinforcement Learning?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A subfield of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Concerned with how agents take actions in an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Goal is to maximize a reward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Components of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Environment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Rewards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States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Types of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Episodic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Continuous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On-policy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Off-policy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Applications of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Game playing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Robotics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Recommendation systems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Autonomous vehicles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RL Algorithms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Q-learning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SARSA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Deep Q-Networks (DQN)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Policy Gradient Methods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Challenges in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Exploration-exploitation trade-off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Curse of dimensionality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Off-policy learning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Sample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5C7C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Future of 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Increased adoption in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6596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Advances in deep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Multi-agent 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5467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E6"/>
                </a:solidFill>
              </a:rPr>
              <a:t>• Explainability and transparency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C8D2E6"/>
                </a:solidFill>
              </a:rPr>
              <a:t>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